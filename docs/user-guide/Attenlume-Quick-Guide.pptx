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37a5cae2-08ab-586b-79c4-d2d481e0fbef}">
          <p14:sldIdLst>
            <p14:sldId id="256"/>
            <p14:sldId id="257"/>
          </p14:sldIdLst>
        </p14:section>
        <p14:section name="Set up" id="{612a8090-59a4-bb1c-1c49-44ae8acb0617}">
          <p14:sldIdLst>
            <p14:sldId id="258"/>
            <p14:sldId id="259"/>
            <p14:sldId id="260"/>
          </p14:sldIdLst>
        </p14:section>
        <p14:section name="Capture" id="{1f86e02c-a676-63be-7cd5-f3a99b8c953b}">
          <p14:sldIdLst>
            <p14:sldId id="261"/>
            <p14:sldId id="262"/>
            <p14:sldId id="263"/>
            <p14:sldId id="264"/>
          </p14:sldIdLst>
        </p14:section>
        <p14:section name="Review" id="{32fb4325-fa0c-afca-2a2d-b4689f1a049d}">
          <p14:sldIdLst>
            <p14:sldId id="265"/>
            <p14:sldId id="266"/>
            <p14:sldId id="267"/>
          </p14:sldIdLst>
        </p14:section>
        <p14:section name="Export and share" id="{a610766a-ac81-d419-e33c-7148cd06849d}">
          <p14:sldIdLst>
            <p14:sldId id="268"/>
            <p14:sldId id="269"/>
            <p14:sldId id="270"/>
          </p14:sldIdLst>
        </p14:section>
        <p14:section name="Settings and storage" id="{c540d606-9ab9-df69-5d2b-47c621175a45}">
          <p14:sldIdLst>
            <p14:sldId id="271"/>
            <p14:sldId id="272"/>
            <p14:sldId id="273"/>
            <p14:sldId id="274"/>
          </p14:sldIdLst>
        </p14:section>
        <p14:section name="Privacy and tips" id="{ebcb44fc-f97f-406a-993b-109f4d688908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E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quick guide</a:t>
            </a:r>
            <a:endParaRPr lang="en-US" sz="900" dirty="0"/>
          </a:p>
        </p:txBody>
      </p:sp>
      <p:pic>
        <p:nvPicPr>
          <p:cNvPr id="3" name="Image 0" descr="Samlytics Data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4745736"/>
            <a:ext cx="1118795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9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7863840" y="-320040"/>
            <a:ext cx="2560320" cy="640080"/>
          </a:xfrm>
          <a:prstGeom prst="roundRect">
            <a:avLst>
              <a:gd name="adj" fmla="val 50000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8229600" y="502920"/>
            <a:ext cx="1463040" cy="411480"/>
          </a:xfrm>
          <a:prstGeom prst="roundRect">
            <a:avLst>
              <a:gd name="adj" fmla="val 48889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-640080" y="461772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74320"/>
            <a:ext cx="1920240" cy="552069"/>
          </a:xfrm>
          <a:prstGeom prst="roundRect">
            <a:avLst>
              <a:gd name="adj" fmla="val 13251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pic>
        <p:nvPicPr>
          <p:cNvPr id="6" name="Image 0" descr="Samlytics Data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1737360" cy="369189"/>
          </a:xfrm>
          <a:prstGeom prst="rect">
            <a:avLst/>
          </a:prstGeom>
        </p:spPr>
      </p:pic>
      <p:pic>
        <p:nvPicPr>
          <p:cNvPr id="7" name="Image 1" descr="Attenlume ap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2402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quick guide</a:t>
            </a:r>
            <a:endParaRPr lang="en-US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10896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 sessions, photograph slides, mark key moments, then take home one tidy package.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40690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Android phones and tablets, and Windows.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steps, one tidy package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keeps the details of a conference so you can give the speaker your attention. Everything stays on your device unless you choose to share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up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 your conference in seconds.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Record, bookmark, note and photograph.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8056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 back, find key moments, trim.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7512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 one package and share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11480"/>
            <a:ext cx="1554480" cy="474345"/>
          </a:xfrm>
          <a:prstGeom prst="roundRect">
            <a:avLst>
              <a:gd name="adj" fmla="val 15422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pic>
        <p:nvPicPr>
          <p:cNvPr id="5" name="Image 0" descr="Samlytics Data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2920"/>
            <a:ext cx="1371600" cy="2914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up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name is all you need to start.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Attenlume screen: create confer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 Set up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 your conference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 the conference name, for example Samlytics Conference 2026.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Create conference. You can add dates and goals later.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Prefer to fill everything in now? Tap Set up with wizard.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create confer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 Set up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an activity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activity is anything you capture: a keynote, panel, workshop, conversation or your own reflection.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Start activity, add a title if you like, then choose its type.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start buttons create a Session, Conversation, Exhibit or Reflection in one tap.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conference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start activ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11480"/>
            <a:ext cx="1554480" cy="474345"/>
          </a:xfrm>
          <a:prstGeom prst="roundRect">
            <a:avLst>
              <a:gd name="adj" fmla="val 15422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pic>
        <p:nvPicPr>
          <p:cNvPr id="5" name="Image 0" descr="Samlytics Data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2920"/>
            <a:ext cx="1371600" cy="2914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present. Attenlume holds on to the details.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Attenlume screen: recor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 Capture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Record. The first time, allow microphone access.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LIVE, the timer and the level meter show it is recording. The line under the timer shows how many hours your storage allows.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Pause or Stop at any time. Recording carries on with the screen locked, and Android shows Stop in the notification.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ready to rec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recor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 Capture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Bookmarks and notes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a one-tap bookmark such as Important moment, Question or Follow-up. It is saved at that point in the recording.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Note to write a quick thought.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Tick Mark as private reflection to keep it out of exports.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book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quick no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 Capture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Photograph slides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Photo to open the camera. The recording carries on.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the shutter for each slide or poster. Each photo is linked to the moment it was taken.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the switch button to use the front camera. Tap X to return to the recorder.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11480"/>
            <a:ext cx="1554480" cy="474345"/>
          </a:xfrm>
          <a:prstGeom prst="roundRect">
            <a:avLst>
              <a:gd name="adj" fmla="val 15422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pic>
        <p:nvPicPr>
          <p:cNvPr id="5" name="Image 0" descr="Samlytics Data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2920"/>
            <a:ext cx="1371600" cy="2914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 what mattered in minutes, not hours.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Attenlume screen: activity detai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 Review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activities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activity appears on the conference page with its length, photos and bookmarks.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one to see its notes, bookmarks and photos.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 photos adds pictures from your gallery taken during the session.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activiti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activity detai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 Review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Play, trim and split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Play and review. Bookmarks and photos appear on the timeline and under Key moments.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Trim start, Trim end or Start cut to hide parts you do not need. Undo is always there.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original recording is never changed unless you choose to apply trims permanently.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play and 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11480"/>
            <a:ext cx="1554480" cy="474345"/>
          </a:xfrm>
          <a:prstGeom prst="roundRect">
            <a:avLst>
              <a:gd name="adj" fmla="val 15422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pic>
        <p:nvPicPr>
          <p:cNvPr id="5" name="Image 0" descr="Samlytics Data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2920"/>
            <a:ext cx="1371600" cy="2914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 and share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package for your notes, your team or your AI tool.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Attenlume screen: check before ex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 Export and share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export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the export button at the top of a conference.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Choose the whole conference, one day or chosen activities, and what to include. On a phone, ZIP is one file you can share.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items stay out unless you switch them on. Attenlume asks you to check before every export.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export op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check before ex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 Export and share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Save, share and ask AI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the export is saved, tap Share to send the ZIP to Google Drive, Gmail, Files or an AI app.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Copy AI prompt, then paste it into ChatGPT, Claude or Gemini with the exported files. It already holds your role, goals and the outputs you want.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Inside the export, README_START_HERE explains every file, and timeline.csv lists each bookmark and photo with the exact place in the recording.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export sav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sh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11480"/>
            <a:ext cx="1554480" cy="474345"/>
          </a:xfrm>
          <a:prstGeom prst="roundRect">
            <a:avLst>
              <a:gd name="adj" fmla="val 15422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pic>
        <p:nvPicPr>
          <p:cNvPr id="5" name="Image 0" descr="Samlytics Data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2920"/>
            <a:ext cx="1371600" cy="2914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and storage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Make Attenlume work your way, and keep your device tidy.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Attenlume screen: 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 Settings and storage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 My conferences, tap the menu, then Settings.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Choose the default recording quality, when Attenlume checks in during long recordings, photo quality and the theme.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Privacy and app lock, the quick guide and About are here too.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 Settings and storage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Storage manager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 how much space each conference uses, and whether it is exported, partly exported or verified.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Clear temporary files at any time. Your recordings and photos are never touched.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Delete local copies is only possible after a complete, verified export of a folder, with a preview and a second confirmation.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sto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 Settings and storage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Moving to a new device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 the conference, then copy the ZIP to the new device.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 the new device, tap the menu on My conferences, then Import an export.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file is checked first, and nothing already in the app is overwritten.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privacy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2344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conferences, recordings, photos and notes stay on this device unless you export or share them.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057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account, no analytics, no adverts and no trackers.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Recording is always shown on screen. There is no hidden recording mode.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7033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on App lock under My conferences, menu, Settings, Privacy and app lock, to ask for your fingerprint, face or PIN.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48272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0" descr="Attenlume screen: priva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Good to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Ask before you record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Some events and speakers do not allow recording. Record only when permitted.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09160" y="123444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417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 sessions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8288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checks in after two hours, after ten minutes of silence and when the battery is low. Change these in Settings.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1089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Updating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5204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Installing a newer version keeps all your recordings.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292608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37760" y="31089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you uninstall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35204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Uninstalling deletes everything in the app. Export and share your conferences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9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7863840" y="-320040"/>
            <a:ext cx="2560320" cy="640080"/>
          </a:xfrm>
          <a:prstGeom prst="roundRect">
            <a:avLst>
              <a:gd name="adj" fmla="val 50000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8229600" y="502920"/>
            <a:ext cx="1463040" cy="411480"/>
          </a:xfrm>
          <a:prstGeom prst="roundRect">
            <a:avLst>
              <a:gd name="adj" fmla="val 48889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-640080" y="461772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pic>
        <p:nvPicPr>
          <p:cNvPr id="5" name="Image 0" descr="Attenlume ap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82296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1488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 present. Bring ideas to light.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1089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Download for Android or Windows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github.com/SamsonOluwaseun/attenlume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474720" y="4023360"/>
            <a:ext cx="2194560" cy="610362"/>
          </a:xfrm>
          <a:prstGeom prst="roundRect">
            <a:avLst>
              <a:gd name="adj" fmla="val 11985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pic>
        <p:nvPicPr>
          <p:cNvPr id="9" name="Image 1" descr="Samlytics Data Servic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4114800"/>
            <a:ext cx="2011680" cy="4274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Samlytics Data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Attenlume quick guide</dc:title>
  <dc:subject>PptxGenJS Presentation</dc:subject>
  <dc:creator>Samlytics Data Services</dc:creator>
  <cp:lastModifiedBy>Samlytics Data Services</cp:lastModifiedBy>
  <cp:revision>1</cp:revision>
  <dcterms:created xsi:type="dcterms:W3CDTF">2026-10-29T10:41:03Z</dcterms:created>
  <dcterms:modified xsi:type="dcterms:W3CDTF">2026-10-29T10:41:03Z</dcterms:modified>
</cp:coreProperties>
</file>