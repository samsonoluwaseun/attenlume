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9040d4ae-c569-953d-c116-ba2f363b1cd7}">
          <p14:sldIdLst>
            <p14:sldId id="256"/>
            <p14:sldId id="257"/>
          </p14:sldIdLst>
        </p14:section>
        <p14:section name="Set up" id="{fc189cd2-c087-9a39-d885-fbb0405cb25d}">
          <p14:sldIdLst>
            <p14:sldId id="258"/>
            <p14:sldId id="259"/>
            <p14:sldId id="260"/>
          </p14:sldIdLst>
        </p14:section>
        <p14:section name="Capture" id="{f7da14c1-628a-7c89-81e2-53804dceb1ac}">
          <p14:sldIdLst>
            <p14:sldId id="261"/>
            <p14:sldId id="262"/>
            <p14:sldId id="263"/>
            <p14:sldId id="264"/>
          </p14:sldIdLst>
        </p14:section>
        <p14:section name="Review" id="{f1b7867d-c866-0e9e-fdbf-15ed796f436b}">
          <p14:sldIdLst>
            <p14:sldId id="265"/>
            <p14:sldId id="266"/>
            <p14:sldId id="267"/>
          </p14:sldIdLst>
        </p14:section>
        <p14:section name="Export and share" id="{225b8c21-0cdb-0436-e4e6-78d3c0b6d355}">
          <p14:sldIdLst>
            <p14:sldId id="268"/>
            <p14:sldId id="269"/>
            <p14:sldId id="270"/>
          </p14:sldIdLst>
        </p14:section>
        <p14:section name="Settings and storage" id="{5d8ca69c-9b3a-5231-b711-2116783199ca}">
          <p14:sldIdLst>
            <p14:sldId id="271"/>
            <p14:sldId id="272"/>
            <p14:sldId id="273"/>
            <p14:sldId id="274"/>
          </p14:sldIdLst>
        </p14:section>
        <p14:section name="Privacy and tips" id="{5e2d1063-5654-51f9-3585-4713a436adf2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E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Attenlume quick guide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9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7863840" y="-320040"/>
            <a:ext cx="2560320" cy="640080"/>
          </a:xfrm>
          <a:prstGeom prst="roundRect">
            <a:avLst>
              <a:gd name="adj" fmla="val 50000"/>
            </a:avLst>
          </a:prstGeom>
          <a:solidFill>
            <a:srgbClr val="FEFFF8"/>
          </a:solidFill>
          <a:ln w="12700">
            <a:solidFill>
              <a:srgbClr val="FEFF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8229600" y="50292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-640080" y="461772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FF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Samlytics Data Services</a:t>
            </a:r>
            <a:endParaRPr lang="en-US" sz="1100" dirty="0"/>
          </a:p>
        </p:txBody>
      </p:sp>
      <p:pic>
        <p:nvPicPr>
          <p:cNvPr id="6" name="Image 0" descr="Attenlume ap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6868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240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EFF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Attenlume quick guide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31089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CFF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 sessions, photograph slides, mark key moments, then take home one tidy package.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4069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FF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Android phones and tablets, and Windows.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steps, one tidy package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Attenlume keeps the details of a conference so you can give the speaker your attention. Everything stays on your device unless you choose to share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1828800" cy="2103120"/>
          </a:xfrm>
          <a:prstGeom prst="roundRect">
            <a:avLst>
              <a:gd name="adj" fmla="val 7500"/>
            </a:avLst>
          </a:prstGeom>
          <a:solidFill>
            <a:srgbClr val="4392F1"/>
          </a:solidFill>
          <a:ln w="12700">
            <a:solidFill>
              <a:srgbClr val="4392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58568"/>
            <a:ext cx="502920" cy="502920"/>
          </a:xfrm>
          <a:prstGeom prst="ellipse">
            <a:avLst/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FF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up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375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EFF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your conference in seconds.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2057400"/>
            <a:ext cx="1828800" cy="2103120"/>
          </a:xfrm>
          <a:prstGeom prst="roundRect">
            <a:avLst>
              <a:gd name="adj" fmla="val 7500"/>
            </a:avLst>
          </a:prstGeom>
          <a:solidFill>
            <a:srgbClr val="4392F1"/>
          </a:solidFill>
          <a:ln w="12700">
            <a:solidFill>
              <a:srgbClr val="4392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2258568"/>
            <a:ext cx="502920" cy="502920"/>
          </a:xfrm>
          <a:prstGeom prst="ellipse">
            <a:avLst/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FF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33375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EFF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Record, bookmark, note and photograph.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2057400"/>
            <a:ext cx="1828800" cy="2103120"/>
          </a:xfrm>
          <a:prstGeom prst="roundRect">
            <a:avLst>
              <a:gd name="adj" fmla="val 7500"/>
            </a:avLst>
          </a:prstGeom>
          <a:solidFill>
            <a:srgbClr val="4392F1"/>
          </a:solidFill>
          <a:ln w="12700">
            <a:solidFill>
              <a:srgbClr val="4392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258568"/>
            <a:ext cx="502920" cy="502920"/>
          </a:xfrm>
          <a:prstGeom prst="ellipse">
            <a:avLst/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FF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3375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EFF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Play back, find key moments, trim.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2057400"/>
            <a:ext cx="1828800" cy="2103120"/>
          </a:xfrm>
          <a:prstGeom prst="roundRect">
            <a:avLst>
              <a:gd name="adj" fmla="val 7500"/>
            </a:avLst>
          </a:prstGeom>
          <a:solidFill>
            <a:srgbClr val="4392F1"/>
          </a:solidFill>
          <a:ln w="12700">
            <a:solidFill>
              <a:srgbClr val="4392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2258568"/>
            <a:ext cx="502920" cy="502920"/>
          </a:xfrm>
          <a:prstGeom prst="ellipse">
            <a:avLst/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FF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33375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EFF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Save one package and share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548640" y="448056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7955280" y="-2743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4392F1"/>
          </a:solidFill>
          <a:ln w="12700">
            <a:solidFill>
              <a:srgbClr val="4392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DCFF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EFF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up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name is all you need to start.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1112" y="438912"/>
            <a:ext cx="1979676" cy="4242816"/>
          </a:xfrm>
          <a:prstGeom prst="roundRect">
            <a:avLst>
              <a:gd name="adj" fmla="val 8314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Attenlume screen: create confer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02920"/>
            <a:ext cx="18516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 Set up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60327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your conference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603275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 the conference name, for example Samlytics Conference 2026.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Tap Create conference. You can add dates and goals later.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Prefer to fill everything in now? Tap Set up with wizard.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09994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Attenlume screen: create confer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4002" y="502920"/>
            <a:ext cx="1748790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 Set up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3881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an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38816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activity is anything you capture: a keynote, panel, workshop, conversation or your own reflection.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Tap Start activity, add a title if you like, then choose its type.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start buttons create a Session, Conversation, Exhibit or Reflection in one tap.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58868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Attenlume screen: conference 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76" y="502920"/>
            <a:ext cx="1748790" cy="388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09994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Attenlume screen: start activ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002" y="502920"/>
            <a:ext cx="1748790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548640" y="448056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7955280" y="-2743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4392F1"/>
          </a:solidFill>
          <a:ln w="12700">
            <a:solidFill>
              <a:srgbClr val="4392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DCFF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EFF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Stay present. Attenlume holds on to the details.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1112" y="438912"/>
            <a:ext cx="1979676" cy="4242816"/>
          </a:xfrm>
          <a:prstGeom prst="roundRect">
            <a:avLst>
              <a:gd name="adj" fmla="val 8314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Attenlume screen: recor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02920"/>
            <a:ext cx="18516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 Capture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3881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38816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Tap Record. The first time, allow microphone access.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LIVE, the timer and the level meter show it is recording. The line under the timer shows how many hours your storage allows.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Pause or Stop at any time. Recording carries on with the screen locked, and Android shows Stop in the notification.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58868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Attenlume screen: ready to rec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76" y="502920"/>
            <a:ext cx="1748790" cy="388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09994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Attenlume screen: record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002" y="502920"/>
            <a:ext cx="1748790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 Capture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3881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Bookmarks and notes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38816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Tap a one-tap bookmark such as Important moment, Question or Follow-up. It is saved at that point in the recording.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Tap Note to write a quick thought.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Tick Mark as private reflection to keep it out of exports.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58868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Attenlume screen: book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76" y="502920"/>
            <a:ext cx="1748790" cy="388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09994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Attenlume screen: quick no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002" y="502920"/>
            <a:ext cx="1748790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 Capture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60327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Photograph slides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603275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Tap Photo to open the camera. The recording carries on.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Tap the shutter for each slide or poster. Each photo is linked to the moment it was taken.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Tap the switch button to use the front camera. Tap X to return to the recorder.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09994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Attenlume screen: 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4002" y="502920"/>
            <a:ext cx="1748790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548640" y="448056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7955280" y="-2743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4392F1"/>
          </a:solidFill>
          <a:ln w="12700">
            <a:solidFill>
              <a:srgbClr val="4392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DCFF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EFF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what mattered in minutes, not hours.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1112" y="438912"/>
            <a:ext cx="1979676" cy="4242816"/>
          </a:xfrm>
          <a:prstGeom prst="roundRect">
            <a:avLst>
              <a:gd name="adj" fmla="val 8314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Attenlume screen: activity deta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02920"/>
            <a:ext cx="18516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 Review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3881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activities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38816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activity appears on the conference page with its length, photos and bookmarks.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Tap one to see its notes, bookmarks and photos.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 photos adds pictures from your gallery taken during the session.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58868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Attenlume screen: activit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76" y="502920"/>
            <a:ext cx="1748790" cy="388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09994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Attenlume screen: activity detai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002" y="502920"/>
            <a:ext cx="1748790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 Review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60327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Play, trim and split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603275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Tap Play and review. Bookmarks and photos appear on the timeline and under Key moments.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Trim start, Trim end or Start cut to hide parts you do not need. Undo is always there.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original recording is never changed unless you choose to apply trims permanently.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09994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Attenlume screen: play and re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4002" y="502920"/>
            <a:ext cx="1748790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548640" y="448056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7955280" y="-2743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4392F1"/>
          </a:solidFill>
          <a:ln w="12700">
            <a:solidFill>
              <a:srgbClr val="4392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DCFF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EFF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 and share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package for your notes, your team or your AI tool.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1112" y="438912"/>
            <a:ext cx="1979676" cy="4242816"/>
          </a:xfrm>
          <a:prstGeom prst="roundRect">
            <a:avLst>
              <a:gd name="adj" fmla="val 8314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Attenlume screen: check before ex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02920"/>
            <a:ext cx="18516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 Export and share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3881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to export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38816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Tap the export button at the top of a conference.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the whole conference, one day or chosen activities, and what to include. On a phone, ZIP is one file you can share.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Private items stay out unless you switch them on. Attenlume asks you to check before every export.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58868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Attenlume screen: export op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76" y="502920"/>
            <a:ext cx="1748790" cy="388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09994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Attenlume screen: check before expo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002" y="502920"/>
            <a:ext cx="1748790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 Export and share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3881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Save, share and ask AI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38816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the export is saved, tap Share to send the ZIP to Google Drive, Gmail, Files or an AI app.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Tap Copy AI prompt, then paste it into ChatGPT, Claude or Gemini with the exported files. It already holds your role, goals and the outputs you want.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Inside the export, README_START_HERE explains every file, and timeline.csv lists each bookmark and photo with the exact place in the recording.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58868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Attenlume screen: export sav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76" y="502920"/>
            <a:ext cx="1748790" cy="388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09994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Attenlume screen: sh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002" y="502920"/>
            <a:ext cx="1748790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548640" y="448056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7955280" y="-2743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4392F1"/>
          </a:solidFill>
          <a:ln w="12700">
            <a:solidFill>
              <a:srgbClr val="4392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DCFF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EFF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Settings and storage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 Attenlume work your way, and keep your device tidy.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1112" y="438912"/>
            <a:ext cx="1979676" cy="4242816"/>
          </a:xfrm>
          <a:prstGeom prst="roundRect">
            <a:avLst>
              <a:gd name="adj" fmla="val 8314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Attenlume screen: 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02920"/>
            <a:ext cx="18516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 Settings and storage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3881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Settings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38816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My conferences, tap the menu, then Settings.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the default recording quality, when Attenlume checks in during long recordings, photo quality and the theme.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Privacy and app lock, the quick guide and About are here too.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58868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Attenlume screen: me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76" y="502920"/>
            <a:ext cx="1748790" cy="388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09994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Attenlume screen: settin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002" y="502920"/>
            <a:ext cx="1748790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 Settings and storage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60327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Storage manager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603275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how much space each conference uses, and whether it is exported, partly exported or verified.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temporary files at any time. Your recordings and photos are never touched.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Delete local copies is only possible after a complete, verified export of a folder, with a preview and a second confirmation.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09994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Attenlume screen: stor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4002" y="502920"/>
            <a:ext cx="1748790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 Settings and storage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60327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Moving to a new device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603275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 the conference, then copy the ZIP to the new device.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the new device, tap the menu on My conferences, then Import an export.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file is checked first, and nothing already in the app is overwritten.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09994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Attenlume screen: im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4002" y="502920"/>
            <a:ext cx="1748790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privacy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29184" cy="329184"/>
          </a:xfrm>
          <a:prstGeom prst="ellipse">
            <a:avLst/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2344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conferences, recordings, photos and notes stay on this device unless you export or share them.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29184" cy="329184"/>
          </a:xfrm>
          <a:prstGeom prst="ellipse">
            <a:avLst/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057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account, no analytics, no adverts and no trackers.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29184" cy="329184"/>
          </a:xfrm>
          <a:prstGeom prst="ellipse">
            <a:avLst/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880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Recording is always shown on screen. There is no hidden recording mode.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329184" cy="329184"/>
          </a:xfrm>
          <a:prstGeom prst="ellipse">
            <a:avLst/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7033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 on App lock under My conferences, menu, Settings, Privacy and app lock, to ask for your fingerprint, face or PIN.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48272" y="438912"/>
            <a:ext cx="1876806" cy="4014216"/>
          </a:xfrm>
          <a:prstGeom prst="roundRect">
            <a:avLst>
              <a:gd name="adj" fmla="val 8770"/>
            </a:avLst>
          </a:prstGeom>
          <a:solidFill>
            <a:srgbClr val="00212B"/>
          </a:solidFill>
          <a:ln w="12700">
            <a:solidFill>
              <a:srgbClr val="0021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Attenlume screen: privac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502920"/>
            <a:ext cx="1748790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Good to know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1463040"/>
          </a:xfrm>
          <a:prstGeom prst="roundRect">
            <a:avLst>
              <a:gd name="adj" fmla="val 9375"/>
            </a:avLst>
          </a:prstGeom>
          <a:solidFill>
            <a:srgbClr val="EAF2FD"/>
          </a:solidFill>
          <a:ln w="12700">
            <a:solidFill>
              <a:srgbClr val="EAF2F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Ask before you record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 events and speakers do not allow recording. Record only when permitted.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234440"/>
            <a:ext cx="3977640" cy="1463040"/>
          </a:xfrm>
          <a:prstGeom prst="roundRect">
            <a:avLst>
              <a:gd name="adj" fmla="val 9375"/>
            </a:avLst>
          </a:prstGeom>
          <a:solidFill>
            <a:srgbClr val="EAF2FD"/>
          </a:solidFill>
          <a:ln w="12700">
            <a:solidFill>
              <a:srgbClr val="EAF2F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417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 sessions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Attenlume checks in after two hours, after ten minutes of silence and when the battery is low. Change these in Settings.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77640" cy="1463040"/>
          </a:xfrm>
          <a:prstGeom prst="roundRect">
            <a:avLst>
              <a:gd name="adj" fmla="val 9375"/>
            </a:avLst>
          </a:prstGeom>
          <a:solidFill>
            <a:srgbClr val="EAF2FD"/>
          </a:solidFill>
          <a:ln w="12700">
            <a:solidFill>
              <a:srgbClr val="EAF2F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1089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Updating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204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Installing a newer version keeps all your recordings.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2926080"/>
            <a:ext cx="3977640" cy="1463040"/>
          </a:xfrm>
          <a:prstGeom prst="roundRect">
            <a:avLst>
              <a:gd name="adj" fmla="val 9375"/>
            </a:avLst>
          </a:prstGeom>
          <a:solidFill>
            <a:srgbClr val="EAF2FD"/>
          </a:solidFill>
          <a:ln w="12700">
            <a:solidFill>
              <a:srgbClr val="EAF2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31089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9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you uninstall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5204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21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Uninstalling deletes everything in the app. Export and share your conferences first.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9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7863840" y="-320040"/>
            <a:ext cx="2560320" cy="640080"/>
          </a:xfrm>
          <a:prstGeom prst="roundRect">
            <a:avLst>
              <a:gd name="adj" fmla="val 50000"/>
            </a:avLst>
          </a:prstGeom>
          <a:solidFill>
            <a:srgbClr val="FEFFF8"/>
          </a:solidFill>
          <a:ln w="12700">
            <a:solidFill>
              <a:srgbClr val="FEFF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8229600" y="50292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-640080" y="461772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DCFF38"/>
          </a:solidFill>
          <a:ln w="12700">
            <a:solidFill>
              <a:srgbClr val="DCFF38"/>
            </a:solidFill>
            <a:prstDash val="solid"/>
          </a:ln>
        </p:spPr>
      </p:sp>
      <p:pic>
        <p:nvPicPr>
          <p:cNvPr id="5" name="Image 0" descr="Attenlume ap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82296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48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EFF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 present. Bring ideas to light.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3108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CFF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Download for Android or Windows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DCFF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github.com/SamsonOluwaseun/attenlume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4160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FF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Samlytics Data Services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Samlytics Data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Attenlume quick guide</dc:title>
  <dc:subject>PptxGenJS Presentation</dc:subject>
  <dc:creator>Samlytics Data Services</dc:creator>
  <cp:lastModifiedBy>Samlytics Data Services</cp:lastModifiedBy>
  <cp:revision>1</cp:revision>
  <dcterms:created xsi:type="dcterms:W3CDTF">2026-10-29T10:00:18Z</dcterms:created>
  <dcterms:modified xsi:type="dcterms:W3CDTF">2026-10-29T10:00:18Z</dcterms:modified>
</cp:coreProperties>
</file>