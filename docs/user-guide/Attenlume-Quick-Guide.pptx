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f76050cf-6beb-cef7-2ede-b7aeb59d02c1}">
          <p14:sldIdLst>
            <p14:sldId id="256"/>
            <p14:sldId id="257"/>
          </p14:sldIdLst>
        </p14:section>
        <p14:section name="Set up" id="{a89ca391-1097-9826-3d08-49c31b7d8803}">
          <p14:sldIdLst>
            <p14:sldId id="258"/>
            <p14:sldId id="259"/>
            <p14:sldId id="260"/>
          </p14:sldIdLst>
        </p14:section>
        <p14:section name="Capture" id="{14762883-3337-c295-2d58-aec2438fe625}">
          <p14:sldIdLst>
            <p14:sldId id="261"/>
            <p14:sldId id="262"/>
            <p14:sldId id="263"/>
            <p14:sldId id="264"/>
          </p14:sldIdLst>
        </p14:section>
        <p14:section name="Review" id="{796953d6-abf6-b7d2-37d8-31b1be376a23}">
          <p14:sldIdLst>
            <p14:sldId id="265"/>
            <p14:sldId id="266"/>
            <p14:sldId id="267"/>
          </p14:sldIdLst>
        </p14:section>
        <p14:section name="Export and share" id="{0978c7aa-8782-a61f-d35f-ea5f01b650d5}">
          <p14:sldIdLst>
            <p14:sldId id="268"/>
            <p14:sldId id="269"/>
            <p14:sldId id="270"/>
          </p14:sldIdLst>
        </p14:section>
        <p14:section name="Privacy and tips" id="{4b344fc2-2a16-56cc-9594-7a4c654f52a1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EFF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Attenlume quick guide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9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7863840" y="-320040"/>
            <a:ext cx="2560320" cy="640080"/>
          </a:xfrm>
          <a:prstGeom prst="roundRect">
            <a:avLst>
              <a:gd name="adj" fmla="val 50000"/>
            </a:avLst>
          </a:prstGeom>
          <a:solidFill>
            <a:srgbClr val="FEFFF8"/>
          </a:solidFill>
          <a:ln w="12700">
            <a:solidFill>
              <a:srgbClr val="FEFF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00000">
            <a:off x="8229600" y="502920"/>
            <a:ext cx="1463040" cy="411480"/>
          </a:xfrm>
          <a:prstGeom prst="roundRect">
            <a:avLst>
              <a:gd name="adj" fmla="val 48889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-640080" y="461772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320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Samlytics Data Services</a:t>
            </a:r>
            <a:endParaRPr lang="en-US" sz="1100" dirty="0"/>
          </a:p>
        </p:txBody>
      </p:sp>
      <p:pic>
        <p:nvPicPr>
          <p:cNvPr id="6" name="Image 0" descr="Attenlume ap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868680"/>
            <a:ext cx="1188720" cy="11887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2402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Attenlume quick guide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1143000" y="310896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DCFF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Record sessions, photograph slides, mark key moments, then take home one tidy package.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40690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Android phones and tablets, and Windows.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steps, one tidy package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Attenlume keeps the details of a conference so you can give the speaker your attention. Everything stays on your device unless you choose to share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2057400"/>
            <a:ext cx="1828800" cy="2103120"/>
          </a:xfrm>
          <a:prstGeom prst="roundRect">
            <a:avLst>
              <a:gd name="adj" fmla="val 75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258568"/>
            <a:ext cx="502920" cy="502920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258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260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 up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3375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 your conference in seconds.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468880" y="2057400"/>
            <a:ext cx="1828800" cy="2103120"/>
          </a:xfrm>
          <a:prstGeom prst="roundRect">
            <a:avLst>
              <a:gd name="adj" fmla="val 75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51760" y="2258568"/>
            <a:ext cx="502920" cy="502920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1760" y="2258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29260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33375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Record, bookmark, note and photograph.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480560" y="2057400"/>
            <a:ext cx="1828800" cy="2103120"/>
          </a:xfrm>
          <a:prstGeom prst="roundRect">
            <a:avLst>
              <a:gd name="adj" fmla="val 75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2258568"/>
            <a:ext cx="502920" cy="502920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63440" y="2258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9260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Review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33375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Play back, find key moments, trim.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92240" y="2057400"/>
            <a:ext cx="1828800" cy="2103120"/>
          </a:xfrm>
          <a:prstGeom prst="roundRect">
            <a:avLst>
              <a:gd name="adj" fmla="val 75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75120" y="2258568"/>
            <a:ext cx="502920" cy="502920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75120" y="2258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675120" y="29260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Export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33375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Save one package and share it.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-548640" y="4480560"/>
            <a:ext cx="2194560" cy="502920"/>
          </a:xfrm>
          <a:prstGeom prst="roundRect">
            <a:avLst>
              <a:gd name="adj" fmla="val 49091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00000">
            <a:off x="7955280" y="-27432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CFF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40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 up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17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name is all you need to start.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611112" y="438912"/>
            <a:ext cx="1979676" cy="4242816"/>
          </a:xfrm>
          <a:prstGeom prst="roundRect">
            <a:avLst>
              <a:gd name="adj" fmla="val 8314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Attenlume screen: create confer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502920"/>
            <a:ext cx="18516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 Set up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60327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 your conference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603275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Type the conference name, for example Samlytics Conference 2026.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Create conference. You can add dates and goals later.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Prefer to fill everything in now? Tap Set up with wizard.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create confer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 Set up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38816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an activity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8816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activity is anything you capture: a keynote, panel, workshop, conversation or your own reflection.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Start activity, add a title if you like, then choose its type.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Quick start buttons create a Session, Conversation, Exhibit or Reflection in one tap.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58868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conference h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76" y="502920"/>
            <a:ext cx="1748790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Attenlume screen: start activ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-548640" y="4480560"/>
            <a:ext cx="2194560" cy="502920"/>
          </a:xfrm>
          <a:prstGeom prst="roundRect">
            <a:avLst>
              <a:gd name="adj" fmla="val 49091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00000">
            <a:off x="7955280" y="-27432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CFF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40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Capture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17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Stay present. Attenlume holds on to the details.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611112" y="438912"/>
            <a:ext cx="1979676" cy="4242816"/>
          </a:xfrm>
          <a:prstGeom prst="roundRect">
            <a:avLst>
              <a:gd name="adj" fmla="val 8314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Attenlume screen: recor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502920"/>
            <a:ext cx="18516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 Capture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38816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Record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8816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Record. The first time, allow microphone access.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LIVE, the timer and the level meter show it is recording. The line under the timer shows how many hours your storage allows.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Pause or Stop at any time. Recording carries on with the screen locked, and Android shows Stop in the notification.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58868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ready to reco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76" y="502920"/>
            <a:ext cx="1748790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Attenlume screen: recor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 Capture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38816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Bookmarks and notes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8816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a one-tap bookmark such as Important moment, Question or Follow-up. It is saved at that point in the recording.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Note to write a quick thought.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Tick Mark as private reflection to keep it out of exports.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58868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book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76" y="502920"/>
            <a:ext cx="1748790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Attenlume screen: quick no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 Capture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60327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Photograph slides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603275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Photo to open the camera. The recording carries on.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the shutter for each slide or poster. Each photo is linked to the moment it was taken.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the switch button to use the front camera. Tap X to return to the recorder.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-548640" y="4480560"/>
            <a:ext cx="2194560" cy="502920"/>
          </a:xfrm>
          <a:prstGeom prst="roundRect">
            <a:avLst>
              <a:gd name="adj" fmla="val 49091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00000">
            <a:off x="7955280" y="-27432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CFF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40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Review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17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Find what mattered in minutes, not hours.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611112" y="438912"/>
            <a:ext cx="1979676" cy="4242816"/>
          </a:xfrm>
          <a:prstGeom prst="roundRect">
            <a:avLst>
              <a:gd name="adj" fmla="val 8314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Attenlume screen: activity detai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502920"/>
            <a:ext cx="18516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 Review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38816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activities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8816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activity appears on the conference page with its length, photos and bookmarks.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one to see its notes, bookmarks and photos.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Import photos adds pictures from your gallery taken during the session.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58868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activiti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76" y="502920"/>
            <a:ext cx="1748790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Attenlume screen: activity detail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 Review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60327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Play, trim and split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603275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Play and review. Bookmarks and photos appear on the timeline and under Key moments.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 Trim start, Trim end or Start cut to hide parts you do not need. Undo is always there.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original recording is never changed unless you choose to apply trims permanently.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play and re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-548640" y="4480560"/>
            <a:ext cx="2194560" cy="502920"/>
          </a:xfrm>
          <a:prstGeom prst="roundRect">
            <a:avLst>
              <a:gd name="adj" fmla="val 49091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00000">
            <a:off x="7955280" y="-27432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CFF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40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Export and share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17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package for your notes, your team or your AI tool.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611112" y="438912"/>
            <a:ext cx="1979676" cy="4242816"/>
          </a:xfrm>
          <a:prstGeom prst="roundRect">
            <a:avLst>
              <a:gd name="adj" fmla="val 8314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Attenlume screen: check before ex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502920"/>
            <a:ext cx="18516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 Export and share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38816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to export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8816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the export button at the top of a conference.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Choose the whole conference, one day or chosen activities, and what to include. On a phone, ZIP is one file you can share.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items stay out unless you switch them on. Attenlume asks you to check before every export.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58868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export op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76" y="502920"/>
            <a:ext cx="1748790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Attenlume screen: check before exp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 Export and share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38816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Save and share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8816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When the export is saved, tap Share.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Send the ZIP to Google Drive, Gmail, Files or an AI app.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copy stays in Attenlume. Checksums inside the ZIP let you confirm nothing changed.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58868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export sav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76" y="502920"/>
            <a:ext cx="1748790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Attenlume screen: sh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privacy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29184" cy="329184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2344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conferences, recordings, photos and notes stay on this device unless you export or share them.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329184" cy="329184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03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0574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account, no analytics, no adverts and no trackers.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29184" cy="329184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926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28803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Recording is always shown on screen. There is no hidden recording mode.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329184" cy="329184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70332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 on App lock under My conferences, menu, Privacy, to ask for your fingerprint, face or PIN.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48272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6" name="Image 0" descr="Attenlume screen: privac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Good to know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977640" cy="1463040"/>
          </a:xfrm>
          <a:prstGeom prst="roundRect">
            <a:avLst>
              <a:gd name="adj" fmla="val 9375"/>
            </a:avLst>
          </a:prstGeom>
          <a:solidFill>
            <a:srgbClr val="EAF2FD"/>
          </a:solidFill>
          <a:ln w="12700">
            <a:solidFill>
              <a:srgbClr val="EAF2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173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Ask before you record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2880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Some events and speakers do not allow recording. Record only when permitted.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09160" y="1234440"/>
            <a:ext cx="3977640" cy="1463040"/>
          </a:xfrm>
          <a:prstGeom prst="roundRect">
            <a:avLst>
              <a:gd name="adj" fmla="val 9375"/>
            </a:avLst>
          </a:prstGeom>
          <a:solidFill>
            <a:srgbClr val="EAF2FD"/>
          </a:solidFill>
          <a:ln w="12700">
            <a:solidFill>
              <a:srgbClr val="EAF2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4173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Long sessions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82880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Attenlume checks in after two hours, after ten minutes of silence and when the battery is low.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77640" cy="1463040"/>
          </a:xfrm>
          <a:prstGeom prst="roundRect">
            <a:avLst>
              <a:gd name="adj" fmla="val 9375"/>
            </a:avLst>
          </a:prstGeom>
          <a:solidFill>
            <a:srgbClr val="EAF2FD"/>
          </a:solidFill>
          <a:ln w="12700">
            <a:solidFill>
              <a:srgbClr val="EAF2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10896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Updating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52044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Installing a newer version keeps all your recordings.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09160" y="2926080"/>
            <a:ext cx="3977640" cy="1463040"/>
          </a:xfrm>
          <a:prstGeom prst="roundRect">
            <a:avLst>
              <a:gd name="adj" fmla="val 9375"/>
            </a:avLst>
          </a:prstGeom>
          <a:solidFill>
            <a:srgbClr val="EAF2FD"/>
          </a:solidFill>
          <a:ln w="12700">
            <a:solidFill>
              <a:srgbClr val="EAF2F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937760" y="310896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Before you uninstall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352044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Uninstalling deletes everything in the app. Export and share your conferences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9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7863840" y="-320040"/>
            <a:ext cx="2560320" cy="640080"/>
          </a:xfrm>
          <a:prstGeom prst="roundRect">
            <a:avLst>
              <a:gd name="adj" fmla="val 50000"/>
            </a:avLst>
          </a:prstGeom>
          <a:solidFill>
            <a:srgbClr val="FEFFF8"/>
          </a:solidFill>
          <a:ln w="12700">
            <a:solidFill>
              <a:srgbClr val="FEFF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00000">
            <a:off x="8229600" y="502920"/>
            <a:ext cx="1463040" cy="411480"/>
          </a:xfrm>
          <a:prstGeom prst="roundRect">
            <a:avLst>
              <a:gd name="adj" fmla="val 48889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-640080" y="461772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pic>
        <p:nvPicPr>
          <p:cNvPr id="5" name="Image 0" descr="Attenlume ap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822960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21488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 present. Bring ideas to light.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31089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CFF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Download for Android or Windows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DCFF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github.com/SamsonOluwaseun/attenlume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Samlytics Data Services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Samlytics Data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Attenlume quick guide</dc:title>
  <dc:subject>PptxGenJS Presentation</dc:subject>
  <dc:creator>Samlytics Data Services</dc:creator>
  <cp:lastModifiedBy>Samlytics Data Services</cp:lastModifiedBy>
  <cp:revision>1</cp:revision>
  <dcterms:created xsi:type="dcterms:W3CDTF">2026-10-28T15:02:04Z</dcterms:created>
  <dcterms:modified xsi:type="dcterms:W3CDTF">2026-10-28T15:02:04Z</dcterms:modified>
</cp:coreProperties>
</file>