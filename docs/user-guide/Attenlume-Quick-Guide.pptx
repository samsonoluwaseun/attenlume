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Welcome" id="{baade9ba-3ad9-88ff-c3ac-bc8fbd45ccd5}">
          <p14:sldIdLst>
            <p14:sldId id="256"/>
            <p14:sldId id="257"/>
          </p14:sldIdLst>
        </p14:section>
        <p14:section name="Set up" id="{2e80045c-831c-a5f8-14f5-736fada8e7c7}">
          <p14:sldIdLst>
            <p14:sldId id="258"/>
            <p14:sldId id="259"/>
            <p14:sldId id="260"/>
          </p14:sldIdLst>
        </p14:section>
        <p14:section name="Capture" id="{d2e9d81b-4cd6-5538-a616-256a3b10b126}">
          <p14:sldIdLst>
            <p14:sldId id="261"/>
            <p14:sldId id="262"/>
            <p14:sldId id="263"/>
            <p14:sldId id="264"/>
          </p14:sldIdLst>
        </p14:section>
        <p14:section name="Review" id="{1b40da43-5b0c-2835-102b-62047cc40052}">
          <p14:sldIdLst>
            <p14:sldId id="265"/>
            <p14:sldId id="266"/>
            <p14:sldId id="267"/>
          </p14:sldIdLst>
        </p14:section>
        <p14:section name="Export and share" id="{fef876a9-607e-c004-1035-44ffcc42a130}">
          <p14:sldIdLst>
            <p14:sldId id="268"/>
            <p14:sldId id="269"/>
            <p14:sldId id="270"/>
          </p14:sldIdLst>
        </p14:section>
        <p14:section name="Privacy and tips" id="{25a00bbb-bd25-8d20-b064-1b0efa23b4b9}">
          <p14:sldIdLst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EFF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Attenlume quick guide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0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0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9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800000">
            <a:off x="7863840" y="-320040"/>
            <a:ext cx="2560320" cy="640080"/>
          </a:xfrm>
          <a:prstGeom prst="roundRect">
            <a:avLst>
              <a:gd name="adj" fmla="val 50000"/>
            </a:avLst>
          </a:prstGeom>
          <a:solidFill>
            <a:srgbClr val="FEFFF8"/>
          </a:solidFill>
          <a:ln w="12700">
            <a:solidFill>
              <a:srgbClr val="FEFF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800000">
            <a:off x="8229600" y="502920"/>
            <a:ext cx="1463040" cy="411480"/>
          </a:xfrm>
          <a:prstGeom prst="roundRect">
            <a:avLst>
              <a:gd name="adj" fmla="val 48889"/>
            </a:avLst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1800000">
            <a:off x="-640080" y="4617720"/>
            <a:ext cx="2011680" cy="502920"/>
          </a:xfrm>
          <a:prstGeom prst="roundRect">
            <a:avLst>
              <a:gd name="adj" fmla="val 49091"/>
            </a:avLst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320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EFF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Samlytics Data Services</a:t>
            </a:r>
            <a:endParaRPr lang="en-US" sz="1100" dirty="0"/>
          </a:p>
        </p:txBody>
      </p:sp>
      <p:pic>
        <p:nvPicPr>
          <p:cNvPr id="6" name="Image 0" descr="Attenlume app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77640" y="868680"/>
            <a:ext cx="1188720" cy="11887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85800" y="224028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EFF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Attenlume quick guide</a:t>
            </a:r>
            <a:endParaRPr lang="en-US" sz="4200" dirty="0"/>
          </a:p>
        </p:txBody>
      </p:sp>
      <p:sp>
        <p:nvSpPr>
          <p:cNvPr id="8" name="Text 5"/>
          <p:cNvSpPr txBox="1"/>
          <p:nvPr/>
        </p:nvSpPr>
        <p:spPr>
          <a:xfrm>
            <a:off x="1143000" y="310896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DCFF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Record sessions, photograph slides, mark key moments, then take home one tidy package.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1143000" y="406908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EFF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Android. Windows test build available.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11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392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Four steps, one tidy package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Attenlume keeps the details of a conference so you can give the speaker your attention. Everything stays on your device unless you choose to share 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2057400"/>
            <a:ext cx="1828800" cy="2103120"/>
          </a:xfrm>
          <a:prstGeom prst="roundRect">
            <a:avLst>
              <a:gd name="adj" fmla="val 7500"/>
            </a:avLst>
          </a:prstGeom>
          <a:solidFill>
            <a:srgbClr val="4392F1"/>
          </a:solidFill>
          <a:ln w="12700">
            <a:solidFill>
              <a:srgbClr val="4392F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258568"/>
            <a:ext cx="502920" cy="502920"/>
          </a:xfrm>
          <a:prstGeom prst="ellipse">
            <a:avLst/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2585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92608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EFF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Set up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3375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EFF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 your conference in seconds.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468880" y="2057400"/>
            <a:ext cx="1828800" cy="2103120"/>
          </a:xfrm>
          <a:prstGeom prst="roundRect">
            <a:avLst>
              <a:gd name="adj" fmla="val 7500"/>
            </a:avLst>
          </a:prstGeom>
          <a:solidFill>
            <a:srgbClr val="4392F1"/>
          </a:solidFill>
          <a:ln w="12700">
            <a:solidFill>
              <a:srgbClr val="4392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651760" y="2258568"/>
            <a:ext cx="502920" cy="502920"/>
          </a:xfrm>
          <a:prstGeom prst="ellipse">
            <a:avLst/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51760" y="22585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2651760" y="292608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EFF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Capture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2651760" y="33375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EFF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Record, bookmark, note and photograph.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480560" y="2057400"/>
            <a:ext cx="1828800" cy="2103120"/>
          </a:xfrm>
          <a:prstGeom prst="roundRect">
            <a:avLst>
              <a:gd name="adj" fmla="val 7500"/>
            </a:avLst>
          </a:prstGeom>
          <a:solidFill>
            <a:srgbClr val="4392F1"/>
          </a:solidFill>
          <a:ln w="12700">
            <a:solidFill>
              <a:srgbClr val="4392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63440" y="2258568"/>
            <a:ext cx="502920" cy="502920"/>
          </a:xfrm>
          <a:prstGeom prst="ellipse">
            <a:avLst/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663440" y="22585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4663440" y="292608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EFF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Review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663440" y="33375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EFF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Play back, find key moments, trim.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92240" y="2057400"/>
            <a:ext cx="1828800" cy="2103120"/>
          </a:xfrm>
          <a:prstGeom prst="roundRect">
            <a:avLst>
              <a:gd name="adj" fmla="val 7500"/>
            </a:avLst>
          </a:prstGeom>
          <a:solidFill>
            <a:srgbClr val="4392F1"/>
          </a:solidFill>
          <a:ln w="12700">
            <a:solidFill>
              <a:srgbClr val="4392F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75120" y="2258568"/>
            <a:ext cx="502920" cy="502920"/>
          </a:xfrm>
          <a:prstGeom prst="ellipse">
            <a:avLst/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675120" y="22585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675120" y="292608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EFF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Export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6675120" y="33375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EFF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Save one package and share it.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0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800000">
            <a:off x="-548640" y="4480560"/>
            <a:ext cx="2194560" cy="502920"/>
          </a:xfrm>
          <a:prstGeom prst="roundRect">
            <a:avLst>
              <a:gd name="adj" fmla="val 49091"/>
            </a:avLst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800000">
            <a:off x="7955280" y="-274320"/>
            <a:ext cx="2194560" cy="548640"/>
          </a:xfrm>
          <a:prstGeom prst="roundRect">
            <a:avLst>
              <a:gd name="adj" fmla="val 50000"/>
            </a:avLst>
          </a:prstGeom>
          <a:solidFill>
            <a:srgbClr val="4392F1"/>
          </a:solidFill>
          <a:ln w="12700">
            <a:solidFill>
              <a:srgbClr val="4392F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23444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DCFF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2402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EFF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Set up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0175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392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One name is all you need to start.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611112" y="438912"/>
            <a:ext cx="1979676" cy="4242816"/>
          </a:xfrm>
          <a:prstGeom prst="roundRect">
            <a:avLst>
              <a:gd name="adj" fmla="val 8314"/>
            </a:avLst>
          </a:prstGeom>
          <a:solidFill>
            <a:srgbClr val="00212B"/>
          </a:solidFill>
          <a:ln w="12700">
            <a:solidFill>
              <a:srgbClr val="00212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0" descr="Attenlume screen: create conferen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502920"/>
            <a:ext cx="185166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41148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 Set up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68680"/>
            <a:ext cx="603275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4392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 your conference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603275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Type the conference name, for example Samlytics Conference 2026.</a:t>
            </a:r>
            <a:endParaRPr lang="en-US" sz="14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Tap Create conference. You can add dates and goals later.</a:t>
            </a:r>
            <a:endParaRPr lang="en-US" sz="14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Prefer to fill everything in now? Tap Set up with wizard.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809994" y="438912"/>
            <a:ext cx="1876806" cy="4014216"/>
          </a:xfrm>
          <a:prstGeom prst="roundRect">
            <a:avLst>
              <a:gd name="adj" fmla="val 8770"/>
            </a:avLst>
          </a:prstGeom>
          <a:solidFill>
            <a:srgbClr val="00212B"/>
          </a:solidFill>
          <a:ln w="12700">
            <a:solidFill>
              <a:srgbClr val="00212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Attenlume screen: create conferen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74002" y="502920"/>
            <a:ext cx="1748790" cy="3886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0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41148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 Set up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68680"/>
            <a:ext cx="38816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4392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Start an activity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388162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 activity is anything you capture: a keynote, panel, workshop, conversation or your own reflection.</a:t>
            </a:r>
            <a:endParaRPr lang="en-US" sz="14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Tap Start activity, add a title if you like, then choose its type.</a:t>
            </a:r>
            <a:endParaRPr lang="en-US" sz="14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Quick start buttons create a Session, Conversation, Exhibit or Reflection in one tap.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58868" y="438912"/>
            <a:ext cx="1876806" cy="4014216"/>
          </a:xfrm>
          <a:prstGeom prst="roundRect">
            <a:avLst>
              <a:gd name="adj" fmla="val 8770"/>
            </a:avLst>
          </a:prstGeom>
          <a:solidFill>
            <a:srgbClr val="00212B"/>
          </a:solidFill>
          <a:ln w="12700">
            <a:solidFill>
              <a:srgbClr val="00212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Attenlume screen: conference hom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76" y="502920"/>
            <a:ext cx="1748790" cy="3886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09994" y="438912"/>
            <a:ext cx="1876806" cy="4014216"/>
          </a:xfrm>
          <a:prstGeom prst="roundRect">
            <a:avLst>
              <a:gd name="adj" fmla="val 8770"/>
            </a:avLst>
          </a:prstGeom>
          <a:solidFill>
            <a:srgbClr val="00212B"/>
          </a:solidFill>
          <a:ln w="12700">
            <a:solidFill>
              <a:srgbClr val="00212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9" name="Image 1" descr="Attenlume screen: start activit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4002" y="502920"/>
            <a:ext cx="1748790" cy="3886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0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800000">
            <a:off x="-548640" y="4480560"/>
            <a:ext cx="2194560" cy="502920"/>
          </a:xfrm>
          <a:prstGeom prst="roundRect">
            <a:avLst>
              <a:gd name="adj" fmla="val 49091"/>
            </a:avLst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800000">
            <a:off x="7955280" y="-274320"/>
            <a:ext cx="2194560" cy="548640"/>
          </a:xfrm>
          <a:prstGeom prst="roundRect">
            <a:avLst>
              <a:gd name="adj" fmla="val 50000"/>
            </a:avLst>
          </a:prstGeom>
          <a:solidFill>
            <a:srgbClr val="4392F1"/>
          </a:solidFill>
          <a:ln w="12700">
            <a:solidFill>
              <a:srgbClr val="4392F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23444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DCFF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2402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EFF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Capture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0175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392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Stay present. Attenlume holds on to the details.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611112" y="438912"/>
            <a:ext cx="1979676" cy="4242816"/>
          </a:xfrm>
          <a:prstGeom prst="roundRect">
            <a:avLst>
              <a:gd name="adj" fmla="val 8314"/>
            </a:avLst>
          </a:prstGeom>
          <a:solidFill>
            <a:srgbClr val="00212B"/>
          </a:solidFill>
          <a:ln w="12700">
            <a:solidFill>
              <a:srgbClr val="00212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0" descr="Attenlume screen: recor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502920"/>
            <a:ext cx="185166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41148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 Capture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68680"/>
            <a:ext cx="38816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4392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Record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388162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Tap Record. The first time, allow microphone access.</a:t>
            </a:r>
            <a:endParaRPr lang="en-US" sz="14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LIVE, the timer and the level meter show it is recording. The line under the timer shows how many hours your storage allows.</a:t>
            </a:r>
            <a:endParaRPr lang="en-US" sz="14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Pause or Stop at any time. Recording carries on with the screen locked, and Android shows Stop in the notification.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58868" y="438912"/>
            <a:ext cx="1876806" cy="4014216"/>
          </a:xfrm>
          <a:prstGeom prst="roundRect">
            <a:avLst>
              <a:gd name="adj" fmla="val 8770"/>
            </a:avLst>
          </a:prstGeom>
          <a:solidFill>
            <a:srgbClr val="00212B"/>
          </a:solidFill>
          <a:ln w="12700">
            <a:solidFill>
              <a:srgbClr val="00212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Attenlume screen: ready to reco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76" y="502920"/>
            <a:ext cx="1748790" cy="3886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09994" y="438912"/>
            <a:ext cx="1876806" cy="4014216"/>
          </a:xfrm>
          <a:prstGeom prst="roundRect">
            <a:avLst>
              <a:gd name="adj" fmla="val 8770"/>
            </a:avLst>
          </a:prstGeom>
          <a:solidFill>
            <a:srgbClr val="00212B"/>
          </a:solidFill>
          <a:ln w="12700">
            <a:solidFill>
              <a:srgbClr val="00212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9" name="Image 1" descr="Attenlume screen: recor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4002" y="502920"/>
            <a:ext cx="1748790" cy="3886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0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41148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 Capture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68680"/>
            <a:ext cx="38816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4392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Bookmarks and notes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388162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Tap a one-tap bookmark such as Important moment, Question or Follow-up. It is saved at that point in the recording.</a:t>
            </a:r>
            <a:endParaRPr lang="en-US" sz="14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Tap Note to write a quick thought.</a:t>
            </a:r>
            <a:endParaRPr lang="en-US" sz="14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Tick Mark as private reflection to keep it out of exports.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58868" y="438912"/>
            <a:ext cx="1876806" cy="4014216"/>
          </a:xfrm>
          <a:prstGeom prst="roundRect">
            <a:avLst>
              <a:gd name="adj" fmla="val 8770"/>
            </a:avLst>
          </a:prstGeom>
          <a:solidFill>
            <a:srgbClr val="00212B"/>
          </a:solidFill>
          <a:ln w="12700">
            <a:solidFill>
              <a:srgbClr val="00212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Attenlume screen: bookma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76" y="502920"/>
            <a:ext cx="1748790" cy="3886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09994" y="438912"/>
            <a:ext cx="1876806" cy="4014216"/>
          </a:xfrm>
          <a:prstGeom prst="roundRect">
            <a:avLst>
              <a:gd name="adj" fmla="val 8770"/>
            </a:avLst>
          </a:prstGeom>
          <a:solidFill>
            <a:srgbClr val="00212B"/>
          </a:solidFill>
          <a:ln w="12700">
            <a:solidFill>
              <a:srgbClr val="00212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9" name="Image 1" descr="Attenlume screen: quick no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4002" y="502920"/>
            <a:ext cx="1748790" cy="3886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0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41148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 Capture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68680"/>
            <a:ext cx="603275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4392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Photograph slides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603275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Tap Photo to open the camera. The recording carries on.</a:t>
            </a:r>
            <a:endParaRPr lang="en-US" sz="14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Tap the shutter for each slide or poster. Each photo is linked to the moment it was taken.</a:t>
            </a:r>
            <a:endParaRPr lang="en-US" sz="14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Tap the switch button to use the front camera. Tap X to return to the recorder.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809994" y="438912"/>
            <a:ext cx="1876806" cy="4014216"/>
          </a:xfrm>
          <a:prstGeom prst="roundRect">
            <a:avLst>
              <a:gd name="adj" fmla="val 8770"/>
            </a:avLst>
          </a:prstGeom>
          <a:solidFill>
            <a:srgbClr val="00212B"/>
          </a:solidFill>
          <a:ln w="12700">
            <a:solidFill>
              <a:srgbClr val="00212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Attenlume screen: 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74002" y="502920"/>
            <a:ext cx="1748790" cy="3886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0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800000">
            <a:off x="-548640" y="4480560"/>
            <a:ext cx="2194560" cy="502920"/>
          </a:xfrm>
          <a:prstGeom prst="roundRect">
            <a:avLst>
              <a:gd name="adj" fmla="val 49091"/>
            </a:avLst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800000">
            <a:off x="7955280" y="-274320"/>
            <a:ext cx="2194560" cy="548640"/>
          </a:xfrm>
          <a:prstGeom prst="roundRect">
            <a:avLst>
              <a:gd name="adj" fmla="val 50000"/>
            </a:avLst>
          </a:prstGeom>
          <a:solidFill>
            <a:srgbClr val="4392F1"/>
          </a:solidFill>
          <a:ln w="12700">
            <a:solidFill>
              <a:srgbClr val="4392F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23444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DCFF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2402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EFF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Review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0175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392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Find what mattered in minutes, not hours.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611112" y="438912"/>
            <a:ext cx="1979676" cy="4242816"/>
          </a:xfrm>
          <a:prstGeom prst="roundRect">
            <a:avLst>
              <a:gd name="adj" fmla="val 8314"/>
            </a:avLst>
          </a:prstGeom>
          <a:solidFill>
            <a:srgbClr val="00212B"/>
          </a:solidFill>
          <a:ln w="12700">
            <a:solidFill>
              <a:srgbClr val="00212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0" descr="Attenlume screen: activity detai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502920"/>
            <a:ext cx="185166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41148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 Review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68680"/>
            <a:ext cx="38816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4392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Your activities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388162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Every activity appears on the conference page with its length, photos and bookmarks.</a:t>
            </a:r>
            <a:endParaRPr lang="en-US" sz="14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Tap one to see its notes, bookmarks and photos.</a:t>
            </a:r>
            <a:endParaRPr lang="en-US" sz="14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Import photos adds pictures from your gallery taken during the session.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58868" y="438912"/>
            <a:ext cx="1876806" cy="4014216"/>
          </a:xfrm>
          <a:prstGeom prst="roundRect">
            <a:avLst>
              <a:gd name="adj" fmla="val 8770"/>
            </a:avLst>
          </a:prstGeom>
          <a:solidFill>
            <a:srgbClr val="00212B"/>
          </a:solidFill>
          <a:ln w="12700">
            <a:solidFill>
              <a:srgbClr val="00212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Attenlume screen: activiti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76" y="502920"/>
            <a:ext cx="1748790" cy="3886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09994" y="438912"/>
            <a:ext cx="1876806" cy="4014216"/>
          </a:xfrm>
          <a:prstGeom prst="roundRect">
            <a:avLst>
              <a:gd name="adj" fmla="val 8770"/>
            </a:avLst>
          </a:prstGeom>
          <a:solidFill>
            <a:srgbClr val="00212B"/>
          </a:solidFill>
          <a:ln w="12700">
            <a:solidFill>
              <a:srgbClr val="00212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9" name="Image 1" descr="Attenlume screen: activity detail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4002" y="502920"/>
            <a:ext cx="1748790" cy="3886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0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41148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 Review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68680"/>
            <a:ext cx="603275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4392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Play, trim and split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603275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Tap Play and review. Bookmarks and photos appear on the timeline and under Key moments.</a:t>
            </a:r>
            <a:endParaRPr lang="en-US" sz="14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 Trim start, Trim end or Start cut to hide parts you do not need. Undo is always there.</a:t>
            </a:r>
            <a:endParaRPr lang="en-US" sz="14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Your original recording is never changed unless you choose to apply trims permanently.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809994" y="438912"/>
            <a:ext cx="1876806" cy="4014216"/>
          </a:xfrm>
          <a:prstGeom prst="roundRect">
            <a:avLst>
              <a:gd name="adj" fmla="val 8770"/>
            </a:avLst>
          </a:prstGeom>
          <a:solidFill>
            <a:srgbClr val="00212B"/>
          </a:solidFill>
          <a:ln w="12700">
            <a:solidFill>
              <a:srgbClr val="00212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Attenlume screen: play and revie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74002" y="502920"/>
            <a:ext cx="1748790" cy="3886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0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800000">
            <a:off x="-548640" y="4480560"/>
            <a:ext cx="2194560" cy="502920"/>
          </a:xfrm>
          <a:prstGeom prst="roundRect">
            <a:avLst>
              <a:gd name="adj" fmla="val 49091"/>
            </a:avLst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800000">
            <a:off x="7955280" y="-274320"/>
            <a:ext cx="2194560" cy="548640"/>
          </a:xfrm>
          <a:prstGeom prst="roundRect">
            <a:avLst>
              <a:gd name="adj" fmla="val 50000"/>
            </a:avLst>
          </a:prstGeom>
          <a:solidFill>
            <a:srgbClr val="4392F1"/>
          </a:solidFill>
          <a:ln w="12700">
            <a:solidFill>
              <a:srgbClr val="4392F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23444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DCFF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2402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EFF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Export and share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0175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392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One package for your notes, your team or your AI tool.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611112" y="438912"/>
            <a:ext cx="1979676" cy="4242816"/>
          </a:xfrm>
          <a:prstGeom prst="roundRect">
            <a:avLst>
              <a:gd name="adj" fmla="val 8314"/>
            </a:avLst>
          </a:prstGeom>
          <a:solidFill>
            <a:srgbClr val="00212B"/>
          </a:solidFill>
          <a:ln w="12700">
            <a:solidFill>
              <a:srgbClr val="00212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0" descr="Attenlume screen: check before expo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502920"/>
            <a:ext cx="185166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41148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 Export and share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68680"/>
            <a:ext cx="38816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4392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to export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388162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Tap the export button at the top of a conference.</a:t>
            </a:r>
            <a:endParaRPr lang="en-US" sz="14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Choose the whole conference, one day or chosen activities, and what to include. On a phone, ZIP is one file you can share.</a:t>
            </a:r>
            <a:endParaRPr lang="en-US" sz="14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Private items stay out unless you switch them on. Attenlume asks you to check before every export.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58868" y="438912"/>
            <a:ext cx="1876806" cy="4014216"/>
          </a:xfrm>
          <a:prstGeom prst="roundRect">
            <a:avLst>
              <a:gd name="adj" fmla="val 8770"/>
            </a:avLst>
          </a:prstGeom>
          <a:solidFill>
            <a:srgbClr val="00212B"/>
          </a:solidFill>
          <a:ln w="12700">
            <a:solidFill>
              <a:srgbClr val="00212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Attenlume screen: export optio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76" y="502920"/>
            <a:ext cx="1748790" cy="3886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09994" y="438912"/>
            <a:ext cx="1876806" cy="4014216"/>
          </a:xfrm>
          <a:prstGeom prst="roundRect">
            <a:avLst>
              <a:gd name="adj" fmla="val 8770"/>
            </a:avLst>
          </a:prstGeom>
          <a:solidFill>
            <a:srgbClr val="00212B"/>
          </a:solidFill>
          <a:ln w="12700">
            <a:solidFill>
              <a:srgbClr val="00212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9" name="Image 1" descr="Attenlume screen: check before expo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4002" y="502920"/>
            <a:ext cx="1748790" cy="3886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0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41148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 Export and share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68680"/>
            <a:ext cx="38816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4392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Save and share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388162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When the export is saved, tap Share.</a:t>
            </a:r>
            <a:endParaRPr lang="en-US" sz="14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Send the ZIP to Google Drive, Gmail, Files or an AI app.</a:t>
            </a:r>
            <a:endParaRPr lang="en-US" sz="14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copy stays in Attenlume. Checksums inside the ZIP let you confirm nothing changed.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58868" y="438912"/>
            <a:ext cx="1876806" cy="4014216"/>
          </a:xfrm>
          <a:prstGeom prst="roundRect">
            <a:avLst>
              <a:gd name="adj" fmla="val 8770"/>
            </a:avLst>
          </a:prstGeom>
          <a:solidFill>
            <a:srgbClr val="00212B"/>
          </a:solidFill>
          <a:ln w="12700">
            <a:solidFill>
              <a:srgbClr val="00212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Attenlume screen: export sav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76" y="502920"/>
            <a:ext cx="1748790" cy="3886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09994" y="438912"/>
            <a:ext cx="1876806" cy="4014216"/>
          </a:xfrm>
          <a:prstGeom prst="roundRect">
            <a:avLst>
              <a:gd name="adj" fmla="val 8770"/>
            </a:avLst>
          </a:prstGeom>
          <a:solidFill>
            <a:srgbClr val="00212B"/>
          </a:solidFill>
          <a:ln w="12700">
            <a:solidFill>
              <a:srgbClr val="00212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9" name="Image 1" descr="Attenlume screen: sha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4002" y="502920"/>
            <a:ext cx="1748790" cy="3886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0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1148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392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Your privacy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29184" cy="329184"/>
          </a:xfrm>
          <a:prstGeom prst="ellipse">
            <a:avLst/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2801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123444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Your conferences, recordings, photos and notes stay on this device unless you export or share them.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2103120"/>
            <a:ext cx="329184" cy="329184"/>
          </a:xfrm>
          <a:prstGeom prst="ellipse">
            <a:avLst/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103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05740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 account, no analytics, no adverts and no trackers.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926080"/>
            <a:ext cx="329184" cy="329184"/>
          </a:xfrm>
          <a:prstGeom prst="ellipse">
            <a:avLst/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926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960120" y="288036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Recording is always shown on screen. There is no hidden recording mode.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749040"/>
            <a:ext cx="329184" cy="329184"/>
          </a:xfrm>
          <a:prstGeom prst="ellipse">
            <a:avLst/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749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370332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Turn on App lock under My conferences, menu, Privacy, to ask for your fingerprint, face or PIN.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748272" y="438912"/>
            <a:ext cx="1876806" cy="4014216"/>
          </a:xfrm>
          <a:prstGeom prst="roundRect">
            <a:avLst>
              <a:gd name="adj" fmla="val 8770"/>
            </a:avLst>
          </a:prstGeom>
          <a:solidFill>
            <a:srgbClr val="00212B"/>
          </a:solidFill>
          <a:ln w="12700">
            <a:solidFill>
              <a:srgbClr val="00212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16" name="Image 0" descr="Attenlume screen: privac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2280" y="502920"/>
            <a:ext cx="1748790" cy="3886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0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11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392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Good to know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3977640" cy="1463040"/>
          </a:xfrm>
          <a:prstGeom prst="roundRect">
            <a:avLst>
              <a:gd name="adj" fmla="val 9375"/>
            </a:avLst>
          </a:prstGeom>
          <a:solidFill>
            <a:srgbClr val="EAF2FD"/>
          </a:solidFill>
          <a:ln w="12700">
            <a:solidFill>
              <a:srgbClr val="EAF2F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41732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392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Ask before you record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82880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Some events and speakers do not allow recording. Record only when permitted.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709160" y="1234440"/>
            <a:ext cx="3977640" cy="1463040"/>
          </a:xfrm>
          <a:prstGeom prst="roundRect">
            <a:avLst>
              <a:gd name="adj" fmla="val 9375"/>
            </a:avLst>
          </a:prstGeom>
          <a:solidFill>
            <a:srgbClr val="EAF2FD"/>
          </a:solidFill>
          <a:ln w="12700">
            <a:solidFill>
              <a:srgbClr val="EAF2F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937760" y="141732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392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Long sessions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937760" y="182880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Attenlume checks in after two hours, after ten minutes of silence and when the battery is low.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926080"/>
            <a:ext cx="3977640" cy="1463040"/>
          </a:xfrm>
          <a:prstGeom prst="roundRect">
            <a:avLst>
              <a:gd name="adj" fmla="val 9375"/>
            </a:avLst>
          </a:prstGeom>
          <a:solidFill>
            <a:srgbClr val="EAF2FD"/>
          </a:solidFill>
          <a:ln w="12700">
            <a:solidFill>
              <a:srgbClr val="EAF2F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10896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392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Updating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52044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Installing a newer version keeps all your recordings.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709160" y="2926080"/>
            <a:ext cx="3977640" cy="1463040"/>
          </a:xfrm>
          <a:prstGeom prst="roundRect">
            <a:avLst>
              <a:gd name="adj" fmla="val 9375"/>
            </a:avLst>
          </a:prstGeom>
          <a:solidFill>
            <a:srgbClr val="EAF2FD"/>
          </a:solidFill>
          <a:ln w="12700">
            <a:solidFill>
              <a:srgbClr val="EAF2F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937760" y="310896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392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Before you uninstall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937760" y="352044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21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Uninstalling deletes everything in the app. Export and share your conferences first.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0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39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800000">
            <a:off x="7863840" y="-320040"/>
            <a:ext cx="2560320" cy="640080"/>
          </a:xfrm>
          <a:prstGeom prst="roundRect">
            <a:avLst>
              <a:gd name="adj" fmla="val 50000"/>
            </a:avLst>
          </a:prstGeom>
          <a:solidFill>
            <a:srgbClr val="FEFFF8"/>
          </a:solidFill>
          <a:ln w="12700">
            <a:solidFill>
              <a:srgbClr val="FEFF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800000">
            <a:off x="8229600" y="502920"/>
            <a:ext cx="1463040" cy="411480"/>
          </a:xfrm>
          <a:prstGeom prst="roundRect">
            <a:avLst>
              <a:gd name="adj" fmla="val 48889"/>
            </a:avLst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1800000">
            <a:off x="-640080" y="4617720"/>
            <a:ext cx="2011680" cy="502920"/>
          </a:xfrm>
          <a:prstGeom prst="roundRect">
            <a:avLst>
              <a:gd name="adj" fmla="val 49091"/>
            </a:avLst>
          </a:prstGeom>
          <a:solidFill>
            <a:srgbClr val="DCFF38"/>
          </a:solidFill>
          <a:ln w="12700">
            <a:solidFill>
              <a:srgbClr val="DCFF38"/>
            </a:solidFill>
            <a:prstDash val="solid"/>
          </a:ln>
        </p:spPr>
      </p:sp>
      <p:pic>
        <p:nvPicPr>
          <p:cNvPr id="5" name="Image 0" descr="Attenlume app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0" y="822960"/>
            <a:ext cx="1097280" cy="10972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214884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EFF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Be present. Bring ideas to light.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310896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DCFF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Download the latest Android version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DCFF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github.com/SamsonOluwaseun/attenlume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4160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EFF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Samlytics Data Services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ontserra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ontserra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Samlytics Data Services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Attenlume quick guide</dc:title>
  <dc:subject>PptxGenJS Presentation</dc:subject>
  <dc:creator>Samlytics Data Services</dc:creator>
  <cp:lastModifiedBy>Samlytics Data Services</cp:lastModifiedBy>
  <cp:revision>1</cp:revision>
  <dcterms:created xsi:type="dcterms:W3CDTF">2026-10-28T14:50:39Z</dcterms:created>
  <dcterms:modified xsi:type="dcterms:W3CDTF">2026-10-28T14:50:39Z</dcterms:modified>
</cp:coreProperties>
</file>